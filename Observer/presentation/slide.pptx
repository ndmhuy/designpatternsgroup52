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8"/>
  </p:notesMasterIdLst>
  <p:handoutMasterIdLst>
    <p:handoutMasterId r:id="rId9"/>
  </p:handoutMasterIdLst>
  <p:sldIdLst>
    <p:sldId id="417" r:id="rId2"/>
    <p:sldId id="418" r:id="rId3"/>
    <p:sldId id="419" r:id="rId4"/>
    <p:sldId id="420" r:id="rId5"/>
    <p:sldId id="421" r:id="rId6"/>
    <p:sldId id="422" r:id="rId7"/>
  </p:sldIdLst>
  <p:sldSz cx="9906000" cy="6858000" type="A4"/>
  <p:notesSz cx="6718300" cy="9867900"/>
  <p:defaultTextStyle>
    <a:defPPr>
      <a:defRPr lang="en-US"/>
    </a:defPPr>
    <a:lvl1pPr algn="l" rtl="0" fontAlgn="base">
      <a:lnSpc>
        <a:spcPct val="80000"/>
      </a:lnSpc>
      <a:spcBef>
        <a:spcPct val="20000"/>
      </a:spcBef>
      <a:spcAft>
        <a:spcPct val="0"/>
      </a:spcAft>
      <a:defRPr sz="1200" kern="1200">
        <a:solidFill>
          <a:schemeClr val="bg1"/>
        </a:solidFill>
        <a:latin typeface="Arial" charset="0"/>
        <a:ea typeface="ＭＳ Ｐゴシック" charset="-128"/>
        <a:cs typeface="ＭＳ Ｐゴシック" charset="-128"/>
      </a:defRPr>
    </a:lvl1pPr>
    <a:lvl2pPr marL="457200" algn="l" rtl="0" fontAlgn="base">
      <a:lnSpc>
        <a:spcPct val="80000"/>
      </a:lnSpc>
      <a:spcBef>
        <a:spcPct val="20000"/>
      </a:spcBef>
      <a:spcAft>
        <a:spcPct val="0"/>
      </a:spcAft>
      <a:defRPr sz="1200" kern="1200">
        <a:solidFill>
          <a:schemeClr val="bg1"/>
        </a:solidFill>
        <a:latin typeface="Arial" charset="0"/>
        <a:ea typeface="ＭＳ Ｐゴシック" charset="-128"/>
        <a:cs typeface="ＭＳ Ｐゴシック" charset="-128"/>
      </a:defRPr>
    </a:lvl2pPr>
    <a:lvl3pPr marL="914400" algn="l" rtl="0" fontAlgn="base">
      <a:lnSpc>
        <a:spcPct val="80000"/>
      </a:lnSpc>
      <a:spcBef>
        <a:spcPct val="20000"/>
      </a:spcBef>
      <a:spcAft>
        <a:spcPct val="0"/>
      </a:spcAft>
      <a:defRPr sz="1200" kern="1200">
        <a:solidFill>
          <a:schemeClr val="bg1"/>
        </a:solidFill>
        <a:latin typeface="Arial" charset="0"/>
        <a:ea typeface="ＭＳ Ｐゴシック" charset="-128"/>
        <a:cs typeface="ＭＳ Ｐゴシック" charset="-128"/>
      </a:defRPr>
    </a:lvl3pPr>
    <a:lvl4pPr marL="1371600" algn="l" rtl="0" fontAlgn="base">
      <a:lnSpc>
        <a:spcPct val="80000"/>
      </a:lnSpc>
      <a:spcBef>
        <a:spcPct val="20000"/>
      </a:spcBef>
      <a:spcAft>
        <a:spcPct val="0"/>
      </a:spcAft>
      <a:defRPr sz="1200" kern="1200">
        <a:solidFill>
          <a:schemeClr val="bg1"/>
        </a:solidFill>
        <a:latin typeface="Arial" charset="0"/>
        <a:ea typeface="ＭＳ Ｐゴシック" charset="-128"/>
        <a:cs typeface="ＭＳ Ｐゴシック" charset="-128"/>
      </a:defRPr>
    </a:lvl4pPr>
    <a:lvl5pPr marL="1828800" algn="l" rtl="0" fontAlgn="base">
      <a:lnSpc>
        <a:spcPct val="80000"/>
      </a:lnSpc>
      <a:spcBef>
        <a:spcPct val="20000"/>
      </a:spcBef>
      <a:spcAft>
        <a:spcPct val="0"/>
      </a:spcAft>
      <a:defRPr sz="1200" kern="1200">
        <a:solidFill>
          <a:schemeClr val="bg1"/>
        </a:solidFill>
        <a:latin typeface="Arial" charset="0"/>
        <a:ea typeface="ＭＳ Ｐゴシック" charset="-128"/>
        <a:cs typeface="ＭＳ Ｐゴシック" charset="-128"/>
      </a:defRPr>
    </a:lvl5pPr>
    <a:lvl6pPr marL="2286000" algn="l" defTabSz="457200" rtl="0" eaLnBrk="1" latinLnBrk="0" hangingPunct="1">
      <a:defRPr sz="1200" kern="1200">
        <a:solidFill>
          <a:schemeClr val="bg1"/>
        </a:solidFill>
        <a:latin typeface="Arial" charset="0"/>
        <a:ea typeface="ＭＳ Ｐゴシック" charset="-128"/>
        <a:cs typeface="ＭＳ Ｐゴシック" charset="-128"/>
      </a:defRPr>
    </a:lvl6pPr>
    <a:lvl7pPr marL="2743200" algn="l" defTabSz="457200" rtl="0" eaLnBrk="1" latinLnBrk="0" hangingPunct="1">
      <a:defRPr sz="1200" kern="1200">
        <a:solidFill>
          <a:schemeClr val="bg1"/>
        </a:solidFill>
        <a:latin typeface="Arial" charset="0"/>
        <a:ea typeface="ＭＳ Ｐゴシック" charset="-128"/>
        <a:cs typeface="ＭＳ Ｐゴシック" charset="-128"/>
      </a:defRPr>
    </a:lvl7pPr>
    <a:lvl8pPr marL="3200400" algn="l" defTabSz="457200" rtl="0" eaLnBrk="1" latinLnBrk="0" hangingPunct="1">
      <a:defRPr sz="1200" kern="1200">
        <a:solidFill>
          <a:schemeClr val="bg1"/>
        </a:solidFill>
        <a:latin typeface="Arial" charset="0"/>
        <a:ea typeface="ＭＳ Ｐゴシック" charset="-128"/>
        <a:cs typeface="ＭＳ Ｐゴシック" charset="-128"/>
      </a:defRPr>
    </a:lvl8pPr>
    <a:lvl9pPr marL="3657600" algn="l" defTabSz="457200" rtl="0" eaLnBrk="1" latinLnBrk="0" hangingPunct="1">
      <a:defRPr sz="1200" kern="1200">
        <a:solidFill>
          <a:schemeClr val="bg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646">
          <p15:clr>
            <a:srgbClr val="A4A3A4"/>
          </p15:clr>
        </p15:guide>
        <p15:guide id="2" pos="407">
          <p15:clr>
            <a:srgbClr val="A4A3A4"/>
          </p15:clr>
        </p15:guide>
      </p15:sldGuideLst>
    </p:ext>
    <p:ext uri="{2D200454-40CA-4A62-9FC3-DE9A4176ACB9}">
      <p15:notesGuideLst xmlns:p15="http://schemas.microsoft.com/office/powerpoint/2012/main">
        <p15:guide id="1" orient="horz" pos="6043">
          <p15:clr>
            <a:srgbClr val="A4A3A4"/>
          </p15:clr>
        </p15:guide>
        <p15:guide id="2" pos="211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FFCC00"/>
    <a:srgbClr val="3399CC"/>
    <a:srgbClr val="A50021"/>
    <a:srgbClr val="6600CC"/>
    <a:srgbClr val="003366"/>
    <a:srgbClr val="B4BAC0"/>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74"/>
    <p:restoredTop sz="94904" autoAdjust="0"/>
  </p:normalViewPr>
  <p:slideViewPr>
    <p:cSldViewPr snapToGrid="0" showGuides="1">
      <p:cViewPr varScale="1">
        <p:scale>
          <a:sx n="97" d="100"/>
          <a:sy n="97" d="100"/>
        </p:scale>
        <p:origin x="1422" y="84"/>
      </p:cViewPr>
      <p:guideLst>
        <p:guide orient="horz" pos="646"/>
        <p:guide pos="40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howGuides="1">
      <p:cViewPr varScale="1">
        <p:scale>
          <a:sx n="78" d="100"/>
          <a:sy n="78" d="100"/>
        </p:scale>
        <p:origin x="-2070" y="-102"/>
      </p:cViewPr>
      <p:guideLst>
        <p:guide orient="horz" pos="6043"/>
        <p:guide pos="211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11475"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lnSpc>
                <a:spcPct val="100000"/>
              </a:lnSpc>
              <a:spcBef>
                <a:spcPct val="0"/>
              </a:spcBef>
              <a:defRPr>
                <a:solidFill>
                  <a:schemeClr val="tx1"/>
                </a:solidFill>
              </a:defRPr>
            </a:lvl1pPr>
          </a:lstStyle>
          <a:p>
            <a:pPr>
              <a:defRPr/>
            </a:pPr>
            <a:endParaRPr lang="en-GB"/>
          </a:p>
        </p:txBody>
      </p:sp>
      <p:sp>
        <p:nvSpPr>
          <p:cNvPr id="15363" name="Rectangle 3"/>
          <p:cNvSpPr>
            <a:spLocks noGrp="1" noChangeArrowheads="1"/>
          </p:cNvSpPr>
          <p:nvPr>
            <p:ph type="dt" sz="quarter" idx="1"/>
          </p:nvPr>
        </p:nvSpPr>
        <p:spPr bwMode="auto">
          <a:xfrm>
            <a:off x="3805238" y="0"/>
            <a:ext cx="2911475"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lnSpc>
                <a:spcPct val="100000"/>
              </a:lnSpc>
              <a:spcBef>
                <a:spcPct val="0"/>
              </a:spcBef>
              <a:defRPr>
                <a:solidFill>
                  <a:schemeClr val="tx1"/>
                </a:solidFill>
              </a:defRPr>
            </a:lvl1pPr>
          </a:lstStyle>
          <a:p>
            <a:pPr>
              <a:defRPr/>
            </a:pPr>
            <a:fld id="{A94140A0-9A56-5344-A45C-C6AEC62A4163}" type="datetime1">
              <a:rPr lang="en-SG" smtClean="0"/>
              <a:t>14/7/2026</a:t>
            </a:fld>
            <a:endParaRPr lang="en-GB"/>
          </a:p>
        </p:txBody>
      </p:sp>
      <p:sp>
        <p:nvSpPr>
          <p:cNvPr id="15364" name="Rectangle 4"/>
          <p:cNvSpPr>
            <a:spLocks noGrp="1" noChangeArrowheads="1"/>
          </p:cNvSpPr>
          <p:nvPr>
            <p:ph type="ftr" sz="quarter" idx="2"/>
          </p:nvPr>
        </p:nvSpPr>
        <p:spPr bwMode="auto">
          <a:xfrm>
            <a:off x="0" y="9372600"/>
            <a:ext cx="2911475"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lnSpc>
                <a:spcPct val="100000"/>
              </a:lnSpc>
              <a:spcBef>
                <a:spcPct val="0"/>
              </a:spcBef>
              <a:defRPr>
                <a:solidFill>
                  <a:schemeClr val="tx1"/>
                </a:solidFill>
              </a:defRPr>
            </a:lvl1pPr>
          </a:lstStyle>
          <a:p>
            <a:pPr>
              <a:defRPr/>
            </a:pPr>
            <a:r>
              <a:rPr lang="en-GB"/>
              <a:t>Enter here your Presentation Title</a:t>
            </a:r>
          </a:p>
        </p:txBody>
      </p:sp>
      <p:sp>
        <p:nvSpPr>
          <p:cNvPr id="15365" name="Rectangle 5"/>
          <p:cNvSpPr>
            <a:spLocks noGrp="1" noChangeArrowheads="1"/>
          </p:cNvSpPr>
          <p:nvPr>
            <p:ph type="sldNum" sz="quarter" idx="3"/>
          </p:nvPr>
        </p:nvSpPr>
        <p:spPr bwMode="auto">
          <a:xfrm>
            <a:off x="3805238" y="9372600"/>
            <a:ext cx="2911475"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lnSpc>
                <a:spcPct val="100000"/>
              </a:lnSpc>
              <a:spcBef>
                <a:spcPct val="0"/>
              </a:spcBef>
              <a:defRPr>
                <a:solidFill>
                  <a:schemeClr val="tx1"/>
                </a:solidFill>
              </a:defRPr>
            </a:lvl1pPr>
          </a:lstStyle>
          <a:p>
            <a:pPr>
              <a:defRPr/>
            </a:pPr>
            <a:fld id="{088753F1-0FA1-9242-BAE1-2B62A927FD2E}" type="slidenum">
              <a:rPr lang="en-GB"/>
              <a:pPr>
                <a:defRPr/>
              </a:pPr>
              <a:t>‹#›</a:t>
            </a:fld>
            <a:endParaRPr lang="en-GB"/>
          </a:p>
        </p:txBody>
      </p:sp>
      <p:pic>
        <p:nvPicPr>
          <p:cNvPr id="16390" name="Picture 6" descr="LOGO_ECTL2009-rgb"/>
          <p:cNvPicPr>
            <a:picLocks noChangeAspect="1" noChangeArrowheads="1"/>
          </p:cNvPicPr>
          <p:nvPr/>
        </p:nvPicPr>
        <p:blipFill>
          <a:blip r:embed="rId2"/>
          <a:srcRect/>
          <a:stretch>
            <a:fillRect/>
          </a:stretch>
        </p:blipFill>
        <p:spPr bwMode="auto">
          <a:xfrm>
            <a:off x="5899150" y="8975725"/>
            <a:ext cx="619125" cy="692150"/>
          </a:xfrm>
          <a:prstGeom prst="rect">
            <a:avLst/>
          </a:prstGeom>
          <a:noFill/>
          <a:ln w="9525">
            <a:noFill/>
            <a:miter lim="800000"/>
            <a:headEnd/>
            <a:tailEnd/>
          </a:ln>
        </p:spPr>
      </p:pic>
    </p:spTree>
    <p:extLst>
      <p:ext uri="{BB962C8B-B14F-4D97-AF65-F5344CB8AC3E}">
        <p14:creationId xmlns:p14="http://schemas.microsoft.com/office/powerpoint/2010/main" val="27783738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11475" cy="4937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0" hangingPunct="0">
              <a:lnSpc>
                <a:spcPct val="100000"/>
              </a:lnSpc>
              <a:spcBef>
                <a:spcPct val="0"/>
              </a:spcBef>
              <a:defRPr sz="1000">
                <a:solidFill>
                  <a:schemeClr val="tx1"/>
                </a:solidFill>
              </a:defRPr>
            </a:lvl1pPr>
          </a:lstStyle>
          <a:p>
            <a:pPr>
              <a:defRPr/>
            </a:pPr>
            <a:endParaRPr lang="en-US"/>
          </a:p>
        </p:txBody>
      </p:sp>
      <p:sp>
        <p:nvSpPr>
          <p:cNvPr id="6147" name="Rectangle 3"/>
          <p:cNvSpPr>
            <a:spLocks noGrp="1" noChangeArrowheads="1"/>
          </p:cNvSpPr>
          <p:nvPr>
            <p:ph type="dt" idx="1"/>
          </p:nvPr>
        </p:nvSpPr>
        <p:spPr bwMode="auto">
          <a:xfrm>
            <a:off x="3806825" y="0"/>
            <a:ext cx="2911475" cy="4937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0" hangingPunct="0">
              <a:lnSpc>
                <a:spcPct val="100000"/>
              </a:lnSpc>
              <a:spcBef>
                <a:spcPct val="0"/>
              </a:spcBef>
              <a:defRPr sz="1000">
                <a:solidFill>
                  <a:schemeClr val="tx1"/>
                </a:solidFill>
              </a:defRPr>
            </a:lvl1pPr>
          </a:lstStyle>
          <a:p>
            <a:pPr>
              <a:defRPr/>
            </a:pPr>
            <a:fld id="{4E637528-6EEA-2D41-869C-D32687B0D5B4}" type="datetime1">
              <a:rPr lang="en-SG" smtClean="0"/>
              <a:t>14/7/2026</a:t>
            </a:fld>
            <a:endParaRPr lang="en-US"/>
          </a:p>
        </p:txBody>
      </p:sp>
      <p:sp>
        <p:nvSpPr>
          <p:cNvPr id="17412" name="Rectangle 4"/>
          <p:cNvSpPr>
            <a:spLocks noGrp="1" noRot="1" noChangeAspect="1" noChangeArrowheads="1" noTextEdit="1"/>
          </p:cNvSpPr>
          <p:nvPr>
            <p:ph type="sldImg" idx="2"/>
          </p:nvPr>
        </p:nvSpPr>
        <p:spPr bwMode="auto">
          <a:xfrm>
            <a:off x="687388" y="739775"/>
            <a:ext cx="5343525" cy="3700463"/>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895350" y="4687888"/>
            <a:ext cx="4927600" cy="44402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3" name="Rectangle 9"/>
          <p:cNvSpPr>
            <a:spLocks noGrp="1" noChangeArrowheads="1"/>
          </p:cNvSpPr>
          <p:nvPr>
            <p:ph type="ftr" sz="quarter" idx="4"/>
          </p:nvPr>
        </p:nvSpPr>
        <p:spPr bwMode="auto">
          <a:xfrm>
            <a:off x="187325" y="9167813"/>
            <a:ext cx="2909888" cy="4921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lnSpc>
                <a:spcPct val="100000"/>
              </a:lnSpc>
              <a:spcBef>
                <a:spcPct val="0"/>
              </a:spcBef>
              <a:defRPr sz="1000">
                <a:solidFill>
                  <a:schemeClr val="tx1"/>
                </a:solidFill>
              </a:defRPr>
            </a:lvl1pPr>
          </a:lstStyle>
          <a:p>
            <a:pPr>
              <a:defRPr/>
            </a:pPr>
            <a:r>
              <a:rPr lang="en-GB"/>
              <a:t>Enter here your Presentation Title</a:t>
            </a:r>
          </a:p>
        </p:txBody>
      </p:sp>
      <p:sp>
        <p:nvSpPr>
          <p:cNvPr id="6154" name="Rectangle 10"/>
          <p:cNvSpPr>
            <a:spLocks noGrp="1" noChangeArrowheads="1"/>
          </p:cNvSpPr>
          <p:nvPr>
            <p:ph type="sldNum" sz="quarter" idx="5"/>
          </p:nvPr>
        </p:nvSpPr>
        <p:spPr bwMode="auto">
          <a:xfrm>
            <a:off x="3116263" y="9167813"/>
            <a:ext cx="463550" cy="4921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0" hangingPunct="0">
              <a:lnSpc>
                <a:spcPct val="100000"/>
              </a:lnSpc>
              <a:spcBef>
                <a:spcPct val="0"/>
              </a:spcBef>
              <a:defRPr sz="1000">
                <a:solidFill>
                  <a:schemeClr val="tx1"/>
                </a:solidFill>
              </a:defRPr>
            </a:lvl1pPr>
          </a:lstStyle>
          <a:p>
            <a:pPr>
              <a:defRPr/>
            </a:pPr>
            <a:fld id="{228B0FEB-B7F4-4E46-BA8F-257F2077EC9C}" type="slidenum">
              <a:rPr lang="en-GB"/>
              <a:pPr>
                <a:defRPr/>
              </a:pPr>
              <a:t>‹#›</a:t>
            </a:fld>
            <a:endParaRPr lang="en-GB"/>
          </a:p>
        </p:txBody>
      </p:sp>
      <p:pic>
        <p:nvPicPr>
          <p:cNvPr id="17416" name="Picture 11" descr="ec-color-msoffice"/>
          <p:cNvPicPr>
            <a:picLocks noChangeAspect="1" noChangeArrowheads="1"/>
          </p:cNvPicPr>
          <p:nvPr/>
        </p:nvPicPr>
        <p:blipFill>
          <a:blip r:embed="rId2"/>
          <a:srcRect/>
          <a:stretch>
            <a:fillRect/>
          </a:stretch>
        </p:blipFill>
        <p:spPr bwMode="auto">
          <a:xfrm>
            <a:off x="6089650" y="9148763"/>
            <a:ext cx="528638" cy="582612"/>
          </a:xfrm>
          <a:prstGeom prst="rect">
            <a:avLst/>
          </a:prstGeom>
          <a:noFill/>
          <a:ln w="9525">
            <a:noFill/>
            <a:miter lim="800000"/>
            <a:headEnd/>
            <a:tailEnd/>
          </a:ln>
        </p:spPr>
      </p:pic>
    </p:spTree>
    <p:extLst>
      <p:ext uri="{BB962C8B-B14F-4D97-AF65-F5344CB8AC3E}">
        <p14:creationId xmlns:p14="http://schemas.microsoft.com/office/powerpoint/2010/main" val="447076191"/>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7388" y="752475"/>
            <a:ext cx="5343525" cy="3700463"/>
          </a:xfrm>
        </p:spPr>
      </p:sp>
      <p:sp>
        <p:nvSpPr>
          <p:cNvPr id="3" name="Espace réservé des commentaires 2"/>
          <p:cNvSpPr>
            <a:spLocks noGrp="1"/>
          </p:cNvSpPr>
          <p:nvPr>
            <p:ph type="body" idx="1"/>
          </p:nvPr>
        </p:nvSpPr>
        <p:spPr>
          <a:xfrm>
            <a:off x="907925" y="4687888"/>
            <a:ext cx="4927600" cy="4440237"/>
          </a:xfrm>
        </p:spPr>
        <p:txBody>
          <a:bodyPr/>
          <a:lstStyle/>
          <a:p>
            <a:endParaRPr lang="en-US" dirty="0"/>
          </a:p>
        </p:txBody>
      </p:sp>
      <p:sp>
        <p:nvSpPr>
          <p:cNvPr id="4" name="Espace réservé de la date 3"/>
          <p:cNvSpPr>
            <a:spLocks noGrp="1"/>
          </p:cNvSpPr>
          <p:nvPr>
            <p:ph type="dt" idx="10"/>
          </p:nvPr>
        </p:nvSpPr>
        <p:spPr/>
        <p:txBody>
          <a:bodyPr/>
          <a:lstStyle/>
          <a:p>
            <a:pPr>
              <a:defRPr/>
            </a:pPr>
            <a:fld id="{E97A3520-1F26-804C-B4BE-87967715ADF3}" type="datetime1">
              <a:rPr lang="en-SG" smtClean="0"/>
              <a:t>14/7/2026</a:t>
            </a:fld>
            <a:endParaRPr lang="en-US" dirty="0"/>
          </a:p>
        </p:txBody>
      </p:sp>
      <p:sp>
        <p:nvSpPr>
          <p:cNvPr id="5" name="Espace réservé du pied de page 4"/>
          <p:cNvSpPr>
            <a:spLocks noGrp="1"/>
          </p:cNvSpPr>
          <p:nvPr>
            <p:ph type="ftr" sz="quarter" idx="11"/>
          </p:nvPr>
        </p:nvSpPr>
        <p:spPr/>
        <p:txBody>
          <a:bodyPr/>
          <a:lstStyle/>
          <a:p>
            <a:pPr>
              <a:defRPr/>
            </a:pPr>
            <a:r>
              <a:rPr lang="en-GB"/>
              <a:t>Enter here your Presentation Title</a:t>
            </a:r>
            <a:endParaRPr lang="en-GB" dirty="0"/>
          </a:p>
        </p:txBody>
      </p:sp>
      <p:sp>
        <p:nvSpPr>
          <p:cNvPr id="6" name="Espace réservé du numéro de diapositive 5"/>
          <p:cNvSpPr>
            <a:spLocks noGrp="1"/>
          </p:cNvSpPr>
          <p:nvPr>
            <p:ph type="sldNum" sz="quarter" idx="12"/>
          </p:nvPr>
        </p:nvSpPr>
        <p:spPr/>
        <p:txBody>
          <a:bodyPr/>
          <a:lstStyle/>
          <a:p>
            <a:pPr>
              <a:defRPr/>
            </a:pPr>
            <a:fld id="{228B0FEB-B7F4-4E46-BA8F-257F2077EC9C}" type="slidenum">
              <a:rPr lang="en-GB" smtClean="0"/>
              <a:pPr>
                <a:defRPr/>
              </a:pPr>
              <a:t>1</a:t>
            </a:fld>
            <a:endParaRPr lang="en-GB" dirty="0"/>
          </a:p>
        </p:txBody>
      </p:sp>
    </p:spTree>
    <p:extLst>
      <p:ext uri="{BB962C8B-B14F-4D97-AF65-F5344CB8AC3E}">
        <p14:creationId xmlns:p14="http://schemas.microsoft.com/office/powerpoint/2010/main" val="32789849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1" descr="titel - bg - ecl logo_low"/>
          <p:cNvPicPr>
            <a:picLocks noChangeAspect="1" noChangeArrowheads="1"/>
          </p:cNvPicPr>
          <p:nvPr userDrawn="1"/>
        </p:nvPicPr>
        <p:blipFill>
          <a:blip r:embed="rId2"/>
          <a:srcRect/>
          <a:stretch>
            <a:fillRect/>
          </a:stretch>
        </p:blipFill>
        <p:spPr bwMode="auto">
          <a:xfrm>
            <a:off x="0" y="0"/>
            <a:ext cx="9906000" cy="6858000"/>
          </a:xfrm>
          <a:prstGeom prst="rect">
            <a:avLst/>
          </a:prstGeom>
          <a:noFill/>
          <a:ln w="9525">
            <a:noFill/>
            <a:miter lim="800000"/>
            <a:headEnd/>
            <a:tailEnd/>
          </a:ln>
        </p:spPr>
      </p:pic>
      <p:sp>
        <p:nvSpPr>
          <p:cNvPr id="11266" name="Rectangle 2"/>
          <p:cNvSpPr>
            <a:spLocks noGrp="1" noChangeArrowheads="1"/>
          </p:cNvSpPr>
          <p:nvPr>
            <p:ph type="ctrTitle"/>
          </p:nvPr>
        </p:nvSpPr>
        <p:spPr>
          <a:xfrm>
            <a:off x="271727" y="2014539"/>
            <a:ext cx="8420100" cy="936625"/>
          </a:xfrm>
        </p:spPr>
        <p:txBody>
          <a:bodyPr anchor="b"/>
          <a:lstStyle>
            <a:lvl1pPr>
              <a:defRPr>
                <a:solidFill>
                  <a:schemeClr val="bg1"/>
                </a:solidFill>
              </a:defRPr>
            </a:lvl1pPr>
          </a:lstStyle>
          <a:p>
            <a:r>
              <a:rPr lang="en-GB"/>
              <a:t>Powerpoint presentation title</a:t>
            </a:r>
          </a:p>
        </p:txBody>
      </p:sp>
      <p:sp>
        <p:nvSpPr>
          <p:cNvPr id="11267" name="Rectangle 3"/>
          <p:cNvSpPr>
            <a:spLocks noGrp="1" noChangeArrowheads="1"/>
          </p:cNvSpPr>
          <p:nvPr>
            <p:ph type="subTitle" idx="1"/>
          </p:nvPr>
        </p:nvSpPr>
        <p:spPr>
          <a:xfrm>
            <a:off x="271728" y="2951163"/>
            <a:ext cx="8425260" cy="622300"/>
          </a:xfrm>
        </p:spPr>
        <p:txBody>
          <a:bodyPr/>
          <a:lstStyle>
            <a:lvl1pPr marL="0" indent="0">
              <a:buFontTx/>
              <a:buNone/>
              <a:defRPr>
                <a:solidFill>
                  <a:schemeClr val="bg1"/>
                </a:solidFill>
              </a:defRPr>
            </a:lvl1pPr>
          </a:lstStyle>
          <a:p>
            <a:r>
              <a:rPr lang="en-GB"/>
              <a:t>Susbtitle powerpoint presentation</a:t>
            </a:r>
          </a:p>
        </p:txBody>
      </p:sp>
      <p:pic>
        <p:nvPicPr>
          <p:cNvPr id="8" name="Image 1" descr="logo2.png">
            <a:extLst>
              <a:ext uri="{FF2B5EF4-FFF2-40B4-BE49-F238E27FC236}">
                <a16:creationId xmlns:a16="http://schemas.microsoft.com/office/drawing/2014/main" id="{FA27FED5-CE64-A047-8A8E-9002A6B2640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68966" y="6046382"/>
            <a:ext cx="1282700" cy="395547"/>
          </a:xfrm>
          <a:prstGeom prst="rect">
            <a:avLst/>
          </a:prstGeom>
        </p:spPr>
      </p:pic>
      <p:sp>
        <p:nvSpPr>
          <p:cNvPr id="9" name="Text Box 15">
            <a:extLst>
              <a:ext uri="{FF2B5EF4-FFF2-40B4-BE49-F238E27FC236}">
                <a16:creationId xmlns:a16="http://schemas.microsoft.com/office/drawing/2014/main" id="{714D1C40-B271-9F4C-9F1B-F29A7AFEB19F}"/>
              </a:ext>
            </a:extLst>
          </p:cNvPr>
          <p:cNvSpPr txBox="1">
            <a:spLocks noChangeArrowheads="1"/>
          </p:cNvSpPr>
          <p:nvPr userDrawn="1"/>
        </p:nvSpPr>
        <p:spPr bwMode="auto">
          <a:xfrm>
            <a:off x="4526561" y="6493225"/>
            <a:ext cx="5001690" cy="246221"/>
          </a:xfrm>
          <a:prstGeom prst="rect">
            <a:avLst/>
          </a:prstGeom>
          <a:noFill/>
          <a:ln w="9525">
            <a:noFill/>
            <a:miter lim="800000"/>
            <a:headEnd/>
            <a:tailEnd/>
          </a:ln>
          <a:effectLst/>
        </p:spPr>
        <p:txBody>
          <a:bodyPr wrap="none" anchor="b">
            <a:prstTxWarp prst="textNoShape">
              <a:avLst/>
            </a:prstTxWarp>
            <a:spAutoFit/>
          </a:bodyPr>
          <a:lstStyle/>
          <a:p>
            <a:pPr algn="r" eaLnBrk="0" hangingPunct="0">
              <a:lnSpc>
                <a:spcPct val="100000"/>
              </a:lnSpc>
              <a:spcBef>
                <a:spcPct val="0"/>
              </a:spcBef>
              <a:defRPr/>
            </a:pPr>
            <a:r>
              <a:rPr lang="en-US" sz="1000" b="1" baseline="0" dirty="0">
                <a:solidFill>
                  <a:srgbClr val="B4BAC0"/>
                </a:solidFill>
              </a:rPr>
              <a:t>@2023, University of Science HCMC - Advanced Program in Computer Science </a:t>
            </a:r>
            <a:endParaRPr lang="en-GB" sz="1000" b="1" dirty="0">
              <a:solidFill>
                <a:schemeClr val="tx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5" name="Rectangle 6"/>
          <p:cNvSpPr>
            <a:spLocks noGrp="1" noChangeArrowheads="1"/>
          </p:cNvSpPr>
          <p:nvPr>
            <p:ph type="sldNum" sz="quarter" idx="11"/>
          </p:nvPr>
        </p:nvSpPr>
        <p:spPr>
          <a:ln/>
        </p:spPr>
        <p:txBody>
          <a:bodyPr/>
          <a:lstStyle>
            <a:lvl1pPr>
              <a:defRPr/>
            </a:lvl1pPr>
          </a:lstStyle>
          <a:p>
            <a:pPr>
              <a:defRPr/>
            </a:pPr>
            <a:fld id="{FED15F87-54EF-814C-94F1-42DCB8CC6E0B}"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506" y="4406901"/>
            <a:ext cx="8420100" cy="1362075"/>
          </a:xfrm>
        </p:spPr>
        <p:txBody>
          <a:bodyPr/>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82506"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5" name="Rectangle 6"/>
          <p:cNvSpPr>
            <a:spLocks noGrp="1" noChangeArrowheads="1"/>
          </p:cNvSpPr>
          <p:nvPr>
            <p:ph type="sldNum" sz="quarter" idx="11"/>
          </p:nvPr>
        </p:nvSpPr>
        <p:spPr>
          <a:ln/>
        </p:spPr>
        <p:txBody>
          <a:bodyPr/>
          <a:lstStyle>
            <a:lvl1pPr>
              <a:defRPr/>
            </a:lvl1pPr>
          </a:lstStyle>
          <a:p>
            <a:pPr>
              <a:defRPr/>
            </a:pPr>
            <a:fld id="{8BD2EE48-D8F1-6047-AD25-7837A8B6C89B}"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742950" y="1981200"/>
            <a:ext cx="41275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035550" y="1981200"/>
            <a:ext cx="41275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6" name="Rectangle 6"/>
          <p:cNvSpPr>
            <a:spLocks noGrp="1" noChangeArrowheads="1"/>
          </p:cNvSpPr>
          <p:nvPr>
            <p:ph type="sldNum" sz="quarter" idx="11"/>
          </p:nvPr>
        </p:nvSpPr>
        <p:spPr>
          <a:ln/>
        </p:spPr>
        <p:txBody>
          <a:bodyPr/>
          <a:lstStyle>
            <a:lvl1pPr>
              <a:defRPr/>
            </a:lvl1pPr>
          </a:lstStyle>
          <a:p>
            <a:pPr>
              <a:defRPr/>
            </a:pPr>
            <a:fld id="{03760140-3DF2-0941-96B7-7C41D7BDA680}"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8" name="Rectangle 6"/>
          <p:cNvSpPr>
            <a:spLocks noGrp="1" noChangeArrowheads="1"/>
          </p:cNvSpPr>
          <p:nvPr>
            <p:ph type="sldNum" sz="quarter" idx="11"/>
          </p:nvPr>
        </p:nvSpPr>
        <p:spPr>
          <a:ln/>
        </p:spPr>
        <p:txBody>
          <a:bodyPr/>
          <a:lstStyle>
            <a:lvl1pPr>
              <a:defRPr/>
            </a:lvl1pPr>
          </a:lstStyle>
          <a:p>
            <a:pPr>
              <a:defRPr/>
            </a:pPr>
            <a:fld id="{4EEF47FB-8FE8-5E4E-95FE-722242043DB1}"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4" name="Rectangle 6"/>
          <p:cNvSpPr>
            <a:spLocks noGrp="1" noChangeArrowheads="1"/>
          </p:cNvSpPr>
          <p:nvPr>
            <p:ph type="sldNum" sz="quarter" idx="11"/>
          </p:nvPr>
        </p:nvSpPr>
        <p:spPr>
          <a:ln/>
        </p:spPr>
        <p:txBody>
          <a:bodyPr/>
          <a:lstStyle>
            <a:lvl1pPr>
              <a:defRPr/>
            </a:lvl1pPr>
          </a:lstStyle>
          <a:p>
            <a:pPr>
              <a:defRPr/>
            </a:pPr>
            <a:fld id="{AB30D146-8D31-7C4D-9135-1281BCEE6FD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3" name="Rectangle 6"/>
          <p:cNvSpPr>
            <a:spLocks noGrp="1" noChangeArrowheads="1"/>
          </p:cNvSpPr>
          <p:nvPr>
            <p:ph type="sldNum" sz="quarter" idx="11"/>
          </p:nvPr>
        </p:nvSpPr>
        <p:spPr>
          <a:ln/>
        </p:spPr>
        <p:txBody>
          <a:bodyPr/>
          <a:lstStyle>
            <a:lvl1pPr>
              <a:defRPr/>
            </a:lvl1pPr>
          </a:lstStyle>
          <a:p>
            <a:pPr>
              <a:defRPr/>
            </a:pPr>
            <a:fld id="{D8629D21-5361-BD45-86FA-69031AF732B9}"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006"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6" name="Rectangle 6"/>
          <p:cNvSpPr>
            <a:spLocks noGrp="1" noChangeArrowheads="1"/>
          </p:cNvSpPr>
          <p:nvPr>
            <p:ph type="sldNum" sz="quarter" idx="11"/>
          </p:nvPr>
        </p:nvSpPr>
        <p:spPr>
          <a:ln/>
        </p:spPr>
        <p:txBody>
          <a:bodyPr/>
          <a:lstStyle>
            <a:lvl1pPr>
              <a:defRPr/>
            </a:lvl1pPr>
          </a:lstStyle>
          <a:p>
            <a:pPr>
              <a:defRPr/>
            </a:pPr>
            <a:fld id="{D4BE9212-EA1F-7542-BCE8-6A497083E38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645" y="4800600"/>
            <a:ext cx="59436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6" name="Rectangle 6"/>
          <p:cNvSpPr>
            <a:spLocks noGrp="1" noChangeArrowheads="1"/>
          </p:cNvSpPr>
          <p:nvPr>
            <p:ph type="sldNum" sz="quarter" idx="11"/>
          </p:nvPr>
        </p:nvSpPr>
        <p:spPr>
          <a:ln/>
        </p:spPr>
        <p:txBody>
          <a:bodyPr/>
          <a:lstStyle>
            <a:lvl1pPr>
              <a:defRPr/>
            </a:lvl1pPr>
          </a:lstStyle>
          <a:p>
            <a:pPr>
              <a:defRPr/>
            </a:pPr>
            <a:fld id="{7C85C02F-7189-7543-A3A8-072BD80A087E}"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5" name="Rectangle 6"/>
          <p:cNvSpPr>
            <a:spLocks noGrp="1" noChangeArrowheads="1"/>
          </p:cNvSpPr>
          <p:nvPr>
            <p:ph type="sldNum" sz="quarter" idx="11"/>
          </p:nvPr>
        </p:nvSpPr>
        <p:spPr>
          <a:ln/>
        </p:spPr>
        <p:txBody>
          <a:bodyPr/>
          <a:lstStyle>
            <a:lvl1pPr>
              <a:defRPr/>
            </a:lvl1pPr>
          </a:lstStyle>
          <a:p>
            <a:pPr>
              <a:defRPr/>
            </a:pPr>
            <a:fld id="{B3E3FA81-94C8-414B-82A9-6F10781D6113}"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58025" y="609600"/>
            <a:ext cx="2105025" cy="5486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742950" y="609600"/>
            <a:ext cx="6149975"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5" name="Rectangle 6"/>
          <p:cNvSpPr>
            <a:spLocks noGrp="1" noChangeArrowheads="1"/>
          </p:cNvSpPr>
          <p:nvPr>
            <p:ph type="sldNum" sz="quarter" idx="11"/>
          </p:nvPr>
        </p:nvSpPr>
        <p:spPr>
          <a:ln/>
        </p:spPr>
        <p:txBody>
          <a:bodyPr/>
          <a:lstStyle>
            <a:lvl1pPr>
              <a:defRPr/>
            </a:lvl1pPr>
          </a:lstStyle>
          <a:p>
            <a:pPr>
              <a:defRPr/>
            </a:pPr>
            <a:fld id="{047301C2-1B4A-8A46-A21B-67DA1CAB9D59}"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1676798" y="609600"/>
            <a:ext cx="7486253" cy="1143000"/>
          </a:xfrm>
        </p:spPr>
        <p:txBody>
          <a:bodyPr/>
          <a:lstStyle/>
          <a:p>
            <a:r>
              <a:rPr lang="en-US"/>
              <a:t>Click to edit Master title style</a:t>
            </a:r>
            <a:endParaRPr lang="en-GB"/>
          </a:p>
        </p:txBody>
      </p:sp>
      <p:sp>
        <p:nvSpPr>
          <p:cNvPr id="3" name="SmartArt Placeholder 2"/>
          <p:cNvSpPr>
            <a:spLocks noGrp="1"/>
          </p:cNvSpPr>
          <p:nvPr>
            <p:ph type="dgm" idx="1"/>
          </p:nvPr>
        </p:nvSpPr>
        <p:spPr>
          <a:xfrm>
            <a:off x="742950" y="1981200"/>
            <a:ext cx="8420100" cy="4114800"/>
          </a:xfrm>
        </p:spPr>
        <p:txBody>
          <a:bodyPr/>
          <a:lstStyle/>
          <a:p>
            <a:pPr lvl="0"/>
            <a:endParaRPr lang="en-GB" noProof="0"/>
          </a:p>
        </p:txBody>
      </p:sp>
      <p:sp>
        <p:nvSpPr>
          <p:cNvPr id="4"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5" name="Rectangle 6"/>
          <p:cNvSpPr>
            <a:spLocks noGrp="1" noChangeArrowheads="1"/>
          </p:cNvSpPr>
          <p:nvPr>
            <p:ph type="sldNum" sz="quarter" idx="11"/>
          </p:nvPr>
        </p:nvSpPr>
        <p:spPr>
          <a:ln/>
        </p:spPr>
        <p:txBody>
          <a:bodyPr/>
          <a:lstStyle>
            <a:lvl1pPr>
              <a:defRPr/>
            </a:lvl1pPr>
          </a:lstStyle>
          <a:p>
            <a:pPr>
              <a:defRPr/>
            </a:pPr>
            <a:fld id="{38C9BFEB-93EA-C349-818D-1C0517FC11A0}"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798" y="609600"/>
            <a:ext cx="7486253"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742950" y="1981200"/>
            <a:ext cx="41275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5035550" y="1981200"/>
            <a:ext cx="41275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5035550" y="4114800"/>
            <a:ext cx="41275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7" name="Rectangle 6"/>
          <p:cNvSpPr>
            <a:spLocks noGrp="1" noChangeArrowheads="1"/>
          </p:cNvSpPr>
          <p:nvPr>
            <p:ph type="sldNum" sz="quarter" idx="11"/>
          </p:nvPr>
        </p:nvSpPr>
        <p:spPr>
          <a:ln/>
        </p:spPr>
        <p:txBody>
          <a:bodyPr/>
          <a:lstStyle>
            <a:lvl1pPr>
              <a:defRPr/>
            </a:lvl1pPr>
          </a:lstStyle>
          <a:p>
            <a:pPr>
              <a:defRPr/>
            </a:pPr>
            <a:fld id="{C786EC03-218D-B241-8A03-0B248972888D}"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798" y="609600"/>
            <a:ext cx="7486253"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742950" y="1981200"/>
            <a:ext cx="41275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035550" y="1981200"/>
            <a:ext cx="41275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6" name="Rectangle 6"/>
          <p:cNvSpPr>
            <a:spLocks noGrp="1" noChangeArrowheads="1"/>
          </p:cNvSpPr>
          <p:nvPr>
            <p:ph type="sldNum" sz="quarter" idx="11"/>
          </p:nvPr>
        </p:nvSpPr>
        <p:spPr>
          <a:ln/>
        </p:spPr>
        <p:txBody>
          <a:bodyPr/>
          <a:lstStyle>
            <a:lvl1pPr>
              <a:defRPr/>
            </a:lvl1pPr>
          </a:lstStyle>
          <a:p>
            <a:pPr>
              <a:defRPr/>
            </a:pPr>
            <a:fld id="{CE69ECC5-32E6-7C4D-B58D-B184929ED24A}"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76798" y="609600"/>
            <a:ext cx="7486253" cy="114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742950" y="1981200"/>
            <a:ext cx="84201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9" name="Rectangle 5"/>
          <p:cNvSpPr>
            <a:spLocks noGrp="1" noChangeArrowheads="1"/>
          </p:cNvSpPr>
          <p:nvPr>
            <p:ph type="ftr" sz="quarter" idx="3"/>
          </p:nvPr>
        </p:nvSpPr>
        <p:spPr bwMode="auto">
          <a:xfrm>
            <a:off x="1" y="6294438"/>
            <a:ext cx="4445661" cy="457200"/>
          </a:xfrm>
          <a:prstGeom prst="rect">
            <a:avLst/>
          </a:prstGeom>
          <a:noFill/>
          <a:ln w="9525">
            <a:noFill/>
            <a:miter lim="800000"/>
            <a:headEnd/>
            <a:tailEnd/>
          </a:ln>
        </p:spPr>
        <p:txBody>
          <a:bodyPr vert="horz" wrap="square" lIns="0" tIns="45720" rIns="91440" bIns="45720" numCol="1" anchor="b" anchorCtr="0" compatLnSpc="1">
            <a:prstTxWarp prst="textNoShape">
              <a:avLst/>
            </a:prstTxWarp>
          </a:bodyPr>
          <a:lstStyle>
            <a:lvl1pPr algn="ctr" eaLnBrk="0" hangingPunct="0">
              <a:lnSpc>
                <a:spcPct val="100000"/>
              </a:lnSpc>
              <a:spcBef>
                <a:spcPct val="0"/>
              </a:spcBef>
              <a:defRPr sz="1000" b="1">
                <a:solidFill>
                  <a:srgbClr val="B4BAC0"/>
                </a:solidFill>
              </a:defRPr>
            </a:lvl1pPr>
          </a:lstStyle>
          <a:p>
            <a:pPr>
              <a:defRPr/>
            </a:pPr>
            <a:r>
              <a:rPr lang="en-GB"/>
              <a:t>Copyright © University of Science, VNUHCM - APCS 2023</a:t>
            </a:r>
          </a:p>
        </p:txBody>
      </p:sp>
      <p:sp>
        <p:nvSpPr>
          <p:cNvPr id="1030" name="Rectangle 6"/>
          <p:cNvSpPr>
            <a:spLocks noGrp="1" noChangeArrowheads="1"/>
          </p:cNvSpPr>
          <p:nvPr>
            <p:ph type="sldNum" sz="quarter" idx="4"/>
          </p:nvPr>
        </p:nvSpPr>
        <p:spPr bwMode="auto">
          <a:xfrm>
            <a:off x="7099300" y="6343650"/>
            <a:ext cx="2063750" cy="457200"/>
          </a:xfrm>
          <a:prstGeom prst="rect">
            <a:avLst/>
          </a:prstGeom>
          <a:noFill/>
          <a:ln w="9525">
            <a:noFill/>
            <a:miter lim="800000"/>
            <a:headEnd/>
            <a:tailEnd/>
          </a:ln>
        </p:spPr>
        <p:txBody>
          <a:bodyPr vert="horz" wrap="square" lIns="91440" tIns="45720" rIns="0" bIns="45720" numCol="1" anchor="b" anchorCtr="0" compatLnSpc="1">
            <a:prstTxWarp prst="textNoShape">
              <a:avLst/>
            </a:prstTxWarp>
          </a:bodyPr>
          <a:lstStyle>
            <a:lvl1pPr algn="r" eaLnBrk="0" hangingPunct="0">
              <a:lnSpc>
                <a:spcPct val="100000"/>
              </a:lnSpc>
              <a:spcBef>
                <a:spcPct val="0"/>
              </a:spcBef>
              <a:defRPr sz="1000" b="1">
                <a:solidFill>
                  <a:srgbClr val="B4BAC0"/>
                </a:solidFill>
              </a:defRPr>
            </a:lvl1pPr>
          </a:lstStyle>
          <a:p>
            <a:pPr>
              <a:defRPr/>
            </a:pPr>
            <a:fld id="{41D5AED7-D311-9D4C-8662-BB2116F4D162}" type="slidenum">
              <a:rPr lang="en-US"/>
              <a:pPr>
                <a:defRPr/>
              </a:pPr>
              <a:t>‹#›</a:t>
            </a:fld>
            <a:endParaRPr lang="en-US"/>
          </a:p>
        </p:txBody>
      </p:sp>
      <p:pic>
        <p:nvPicPr>
          <p:cNvPr id="2" name="Picture 12" descr="txt slide - light - ecl logo_low"/>
          <p:cNvPicPr>
            <a:picLocks noChangeAspect="1" noChangeArrowheads="1"/>
          </p:cNvPicPr>
          <p:nvPr/>
        </p:nvPicPr>
        <p:blipFill>
          <a:blip r:embed="rId16"/>
          <a:srcRect/>
          <a:stretch>
            <a:fillRect/>
          </a:stretch>
        </p:blipFill>
        <p:spPr bwMode="auto">
          <a:xfrm>
            <a:off x="0" y="0"/>
            <a:ext cx="9906000" cy="355600"/>
          </a:xfrm>
          <a:prstGeom prst="rect">
            <a:avLst/>
          </a:prstGeom>
          <a:noFill/>
          <a:ln w="9525">
            <a:noFill/>
            <a:miter lim="800000"/>
            <a:headEnd/>
            <a:tailEnd/>
          </a:ln>
        </p:spPr>
      </p:pic>
      <p:pic>
        <p:nvPicPr>
          <p:cNvPr id="10" name="Image 1" descr="logo2.png">
            <a:extLst>
              <a:ext uri="{FF2B5EF4-FFF2-40B4-BE49-F238E27FC236}">
                <a16:creationId xmlns:a16="http://schemas.microsoft.com/office/drawing/2014/main" id="{0F5E58E2-C9BC-3E44-BF96-7C9F1E607CCF}"/>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101599" y="366453"/>
            <a:ext cx="1282700" cy="395547"/>
          </a:xfrm>
          <a:prstGeom prst="rect">
            <a:avLst/>
          </a:prstGeom>
        </p:spPr>
      </p:pic>
    </p:spTree>
  </p:cSld>
  <p:clrMap bg1="lt1" tx1="dk1" bg2="lt2" tx2="dk2" accent1="accent1" accent2="accent2" accent3="accent3" accent4="accent4" accent5="accent5" accent6="accent6" hlink="hlink" folHlink="folHlink"/>
  <p:sldLayoutIdLst>
    <p:sldLayoutId id="2147483692"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Lst>
  <p:hf sldNum="0" hdr="0" dt="0"/>
  <p:txStyles>
    <p:titleStyle>
      <a:lvl1pPr algn="r" rtl="0" eaLnBrk="0" fontAlgn="base" hangingPunct="0">
        <a:spcBef>
          <a:spcPct val="0"/>
        </a:spcBef>
        <a:spcAft>
          <a:spcPct val="0"/>
        </a:spcAft>
        <a:defRPr sz="3000">
          <a:solidFill>
            <a:srgbClr val="003366"/>
          </a:solidFill>
          <a:latin typeface="+mj-lt"/>
          <a:ea typeface="+mj-ea"/>
          <a:cs typeface="+mj-cs"/>
        </a:defRPr>
      </a:lvl1pPr>
      <a:lvl2pPr algn="r" rtl="0" eaLnBrk="0" fontAlgn="base" hangingPunct="0">
        <a:spcBef>
          <a:spcPct val="0"/>
        </a:spcBef>
        <a:spcAft>
          <a:spcPct val="0"/>
        </a:spcAft>
        <a:defRPr sz="3000">
          <a:solidFill>
            <a:srgbClr val="003366"/>
          </a:solidFill>
          <a:latin typeface="Arial" charset="0"/>
          <a:ea typeface="ＭＳ Ｐゴシック" charset="-128"/>
          <a:cs typeface="ＭＳ Ｐゴシック" charset="-128"/>
        </a:defRPr>
      </a:lvl2pPr>
      <a:lvl3pPr algn="r" rtl="0" eaLnBrk="0" fontAlgn="base" hangingPunct="0">
        <a:spcBef>
          <a:spcPct val="0"/>
        </a:spcBef>
        <a:spcAft>
          <a:spcPct val="0"/>
        </a:spcAft>
        <a:defRPr sz="3000">
          <a:solidFill>
            <a:srgbClr val="003366"/>
          </a:solidFill>
          <a:latin typeface="Arial" charset="0"/>
          <a:ea typeface="ＭＳ Ｐゴシック" charset="-128"/>
          <a:cs typeface="ＭＳ Ｐゴシック" charset="-128"/>
        </a:defRPr>
      </a:lvl3pPr>
      <a:lvl4pPr algn="r" rtl="0" eaLnBrk="0" fontAlgn="base" hangingPunct="0">
        <a:spcBef>
          <a:spcPct val="0"/>
        </a:spcBef>
        <a:spcAft>
          <a:spcPct val="0"/>
        </a:spcAft>
        <a:defRPr sz="3000">
          <a:solidFill>
            <a:srgbClr val="003366"/>
          </a:solidFill>
          <a:latin typeface="Arial" charset="0"/>
          <a:ea typeface="ＭＳ Ｐゴシック" charset="-128"/>
          <a:cs typeface="ＭＳ Ｐゴシック" charset="-128"/>
        </a:defRPr>
      </a:lvl4pPr>
      <a:lvl5pPr algn="r" rtl="0" eaLnBrk="0" fontAlgn="base" hangingPunct="0">
        <a:spcBef>
          <a:spcPct val="0"/>
        </a:spcBef>
        <a:spcAft>
          <a:spcPct val="0"/>
        </a:spcAft>
        <a:defRPr sz="3000">
          <a:solidFill>
            <a:srgbClr val="003366"/>
          </a:solidFill>
          <a:latin typeface="Arial" charset="0"/>
          <a:ea typeface="ＭＳ Ｐゴシック" charset="-128"/>
          <a:cs typeface="ＭＳ Ｐゴシック" charset="-128"/>
        </a:defRPr>
      </a:lvl5pPr>
      <a:lvl6pPr marL="457200" algn="l" rtl="0" fontAlgn="base">
        <a:spcBef>
          <a:spcPct val="0"/>
        </a:spcBef>
        <a:spcAft>
          <a:spcPct val="0"/>
        </a:spcAft>
        <a:defRPr sz="3000">
          <a:solidFill>
            <a:srgbClr val="003366"/>
          </a:solidFill>
          <a:latin typeface="Arial" charset="0"/>
          <a:ea typeface="ＭＳ Ｐゴシック" charset="-128"/>
          <a:cs typeface="ＭＳ Ｐゴシック" charset="-128"/>
        </a:defRPr>
      </a:lvl6pPr>
      <a:lvl7pPr marL="914400" algn="l" rtl="0" fontAlgn="base">
        <a:spcBef>
          <a:spcPct val="0"/>
        </a:spcBef>
        <a:spcAft>
          <a:spcPct val="0"/>
        </a:spcAft>
        <a:defRPr sz="3000">
          <a:solidFill>
            <a:srgbClr val="003366"/>
          </a:solidFill>
          <a:latin typeface="Arial" charset="0"/>
          <a:ea typeface="ＭＳ Ｐゴシック" charset="-128"/>
          <a:cs typeface="ＭＳ Ｐゴシック" charset="-128"/>
        </a:defRPr>
      </a:lvl7pPr>
      <a:lvl8pPr marL="1371600" algn="l" rtl="0" fontAlgn="base">
        <a:spcBef>
          <a:spcPct val="0"/>
        </a:spcBef>
        <a:spcAft>
          <a:spcPct val="0"/>
        </a:spcAft>
        <a:defRPr sz="3000">
          <a:solidFill>
            <a:srgbClr val="003366"/>
          </a:solidFill>
          <a:latin typeface="Arial" charset="0"/>
          <a:ea typeface="ＭＳ Ｐゴシック" charset="-128"/>
          <a:cs typeface="ＭＳ Ｐゴシック" charset="-128"/>
        </a:defRPr>
      </a:lvl8pPr>
      <a:lvl9pPr marL="1828800" algn="l" rtl="0" fontAlgn="base">
        <a:spcBef>
          <a:spcPct val="0"/>
        </a:spcBef>
        <a:spcAft>
          <a:spcPct val="0"/>
        </a:spcAft>
        <a:defRPr sz="3000">
          <a:solidFill>
            <a:srgbClr val="003366"/>
          </a:solidFill>
          <a:latin typeface="Arial" charset="0"/>
          <a:ea typeface="ＭＳ Ｐゴシック" charset="-128"/>
          <a:cs typeface="ＭＳ Ｐゴシック" charset="-128"/>
        </a:defRPr>
      </a:lvl9pPr>
    </p:titleStyle>
    <p:body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51666" y="1531358"/>
            <a:ext cx="7772400" cy="936625"/>
          </a:xfrm>
        </p:spPr>
        <p:txBody>
          <a:bodyPr/>
          <a:lstStyle/>
          <a:p>
            <a:pPr algn="ctr"/>
            <a:r>
              <a:rPr lang="en-US" sz="3200" b="1" dirty="0"/>
              <a:t>CS202 – Observer pattern</a:t>
            </a:r>
          </a:p>
        </p:txBody>
      </p:sp>
      <p:sp>
        <p:nvSpPr>
          <p:cNvPr id="3" name="Subtitle 2"/>
          <p:cNvSpPr>
            <a:spLocks noGrp="1"/>
          </p:cNvSpPr>
          <p:nvPr>
            <p:ph type="subTitle" idx="1"/>
          </p:nvPr>
        </p:nvSpPr>
        <p:spPr>
          <a:xfrm>
            <a:off x="1259174" y="2616746"/>
            <a:ext cx="7899614" cy="2194581"/>
          </a:xfrm>
        </p:spPr>
        <p:txBody>
          <a:bodyPr/>
          <a:lstStyle/>
          <a:p>
            <a:pPr algn="r"/>
            <a:r>
              <a:rPr lang="en-US" sz="1600" b="1" dirty="0"/>
              <a:t>APCS 2025</a:t>
            </a:r>
          </a:p>
          <a:p>
            <a:pPr algn="r"/>
            <a:r>
              <a:rPr lang="en-US" sz="1600" b="1" dirty="0"/>
              <a:t>Nguyễn </a:t>
            </a:r>
            <a:r>
              <a:rPr lang="en-US" sz="1600" b="1" dirty="0" err="1"/>
              <a:t>Đình</a:t>
            </a:r>
            <a:r>
              <a:rPr lang="en-US" sz="1600" b="1" dirty="0"/>
              <a:t> Minh Huy - …</a:t>
            </a:r>
          </a:p>
          <a:p>
            <a:pPr algn="r"/>
            <a:r>
              <a:rPr lang="en-US" sz="1600" b="1" dirty="0" err="1"/>
              <a:t>Trần</a:t>
            </a:r>
            <a:r>
              <a:rPr lang="en-US" sz="1600" b="1" dirty="0"/>
              <a:t> Gia Huy - 25125084</a:t>
            </a:r>
            <a:endParaRPr lang="en-US" sz="1600" dirty="0"/>
          </a:p>
          <a:p>
            <a:pPr algn="r"/>
            <a:endParaRPr lang="en-US" sz="1600" dirty="0"/>
          </a:p>
          <a:p>
            <a:pPr algn="r"/>
            <a:endParaRPr lang="en-US" sz="1600" b="1" dirty="0"/>
          </a:p>
          <a:p>
            <a:pPr algn="r"/>
            <a:r>
              <a:rPr lang="en-US" sz="1600" dirty="0"/>
              <a:t> </a:t>
            </a:r>
          </a:p>
        </p:txBody>
      </p:sp>
    </p:spTree>
    <p:extLst>
      <p:ext uri="{BB962C8B-B14F-4D97-AF65-F5344CB8AC3E}">
        <p14:creationId xmlns:p14="http://schemas.microsoft.com/office/powerpoint/2010/main" val="3894497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3385D-7C29-B34E-A5EB-424CB3C86638}"/>
              </a:ext>
            </a:extLst>
          </p:cNvPr>
          <p:cNvSpPr>
            <a:spLocks noGrp="1"/>
          </p:cNvSpPr>
          <p:nvPr>
            <p:ph type="title"/>
          </p:nvPr>
        </p:nvSpPr>
        <p:spPr>
          <a:xfrm>
            <a:off x="782506" y="1019175"/>
            <a:ext cx="8420100" cy="909637"/>
          </a:xfrm>
        </p:spPr>
        <p:txBody>
          <a:bodyPr/>
          <a:lstStyle/>
          <a:p>
            <a:r>
              <a:rPr lang="en-US" cap="none" dirty="0"/>
              <a:t>Agenda</a:t>
            </a:r>
          </a:p>
        </p:txBody>
      </p:sp>
      <p:sp>
        <p:nvSpPr>
          <p:cNvPr id="3" name="Text Placeholder 2">
            <a:extLst>
              <a:ext uri="{FF2B5EF4-FFF2-40B4-BE49-F238E27FC236}">
                <a16:creationId xmlns:a16="http://schemas.microsoft.com/office/drawing/2014/main" id="{1DDD2331-C1D4-4642-A432-504787CC7B87}"/>
              </a:ext>
            </a:extLst>
          </p:cNvPr>
          <p:cNvSpPr>
            <a:spLocks noGrp="1"/>
          </p:cNvSpPr>
          <p:nvPr>
            <p:ph type="body" idx="1"/>
          </p:nvPr>
        </p:nvSpPr>
        <p:spPr>
          <a:xfrm>
            <a:off x="782506" y="1928812"/>
            <a:ext cx="8420100" cy="3023015"/>
          </a:xfrm>
        </p:spPr>
        <p:txBody>
          <a:bodyPr anchor="t"/>
          <a:lstStyle/>
          <a:p>
            <a:pPr marL="457200" indent="-457200">
              <a:buAutoNum type="arabicPeriod"/>
            </a:pPr>
            <a:r>
              <a:rPr lang="en-US" dirty="0"/>
              <a:t>Real-world problem</a:t>
            </a:r>
          </a:p>
          <a:p>
            <a:pPr marL="457200" indent="-457200">
              <a:buAutoNum type="arabicPeriod"/>
            </a:pPr>
            <a:r>
              <a:rPr lang="en-US" dirty="0"/>
              <a:t>Naïve solution &amp; Drawback</a:t>
            </a:r>
          </a:p>
          <a:p>
            <a:pPr marL="457200" indent="-457200">
              <a:buAutoNum type="arabicPeriod"/>
            </a:pPr>
            <a:r>
              <a:rPr lang="en-US" dirty="0"/>
              <a:t>Observer pattern</a:t>
            </a:r>
          </a:p>
          <a:p>
            <a:pPr marL="457200" indent="-457200">
              <a:buAutoNum type="arabicPeriod"/>
            </a:pPr>
            <a:r>
              <a:rPr lang="en-US" dirty="0"/>
              <a:t>Class diagram</a:t>
            </a:r>
          </a:p>
          <a:p>
            <a:pPr marL="457200" indent="-457200">
              <a:buAutoNum type="arabicPeriod"/>
            </a:pPr>
            <a:r>
              <a:rPr lang="en-US" dirty="0"/>
              <a:t>Code implementation &amp; Demo</a:t>
            </a:r>
          </a:p>
          <a:p>
            <a:pPr marL="457200" indent="-457200">
              <a:buAutoNum type="arabicPeriod"/>
            </a:pPr>
            <a:r>
              <a:rPr lang="en-US" dirty="0"/>
              <a:t>Pros &amp; Cons</a:t>
            </a:r>
          </a:p>
          <a:p>
            <a:pPr marL="457200" indent="-457200">
              <a:buAutoNum type="arabicPeriod"/>
            </a:pPr>
            <a:r>
              <a:rPr lang="en-US" dirty="0"/>
              <a:t>Quiz</a:t>
            </a:r>
          </a:p>
          <a:p>
            <a:pPr marL="457200" indent="-457200">
              <a:buAutoNum type="arabicPeriod"/>
            </a:pPr>
            <a:r>
              <a:rPr lang="en-US" dirty="0"/>
              <a:t>Conclusion</a:t>
            </a:r>
          </a:p>
          <a:p>
            <a:pPr marL="457200" indent="-457200">
              <a:buAutoNum type="arabicPeriod"/>
            </a:pPr>
            <a:endParaRPr lang="en-US" dirty="0"/>
          </a:p>
        </p:txBody>
      </p:sp>
      <p:sp>
        <p:nvSpPr>
          <p:cNvPr id="4" name="Footer Placeholder 3">
            <a:extLst>
              <a:ext uri="{FF2B5EF4-FFF2-40B4-BE49-F238E27FC236}">
                <a16:creationId xmlns:a16="http://schemas.microsoft.com/office/drawing/2014/main" id="{EEA5788F-78C0-E94D-AECC-7E69F7F7F35C}"/>
              </a:ext>
            </a:extLst>
          </p:cNvPr>
          <p:cNvSpPr>
            <a:spLocks noGrp="1"/>
          </p:cNvSpPr>
          <p:nvPr>
            <p:ph type="ftr" sz="quarter" idx="10"/>
          </p:nvPr>
        </p:nvSpPr>
        <p:spPr/>
        <p:txBody>
          <a:bodyPr/>
          <a:lstStyle/>
          <a:p>
            <a:pPr>
              <a:defRPr/>
            </a:pPr>
            <a:r>
              <a:rPr lang="en-GB"/>
              <a:t>Copyright © University of Science, VNUHCM - APCS 2023</a:t>
            </a:r>
          </a:p>
        </p:txBody>
      </p:sp>
    </p:spTree>
    <p:extLst>
      <p:ext uri="{BB962C8B-B14F-4D97-AF65-F5344CB8AC3E}">
        <p14:creationId xmlns:p14="http://schemas.microsoft.com/office/powerpoint/2010/main" val="2426846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BF7F2-AD27-CEE1-316E-C4A10454AD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1769B0-1DCE-26BF-B086-3C6B69167FEE}"/>
              </a:ext>
            </a:extLst>
          </p:cNvPr>
          <p:cNvSpPr>
            <a:spLocks noGrp="1"/>
          </p:cNvSpPr>
          <p:nvPr>
            <p:ph type="title"/>
          </p:nvPr>
        </p:nvSpPr>
        <p:spPr>
          <a:xfrm>
            <a:off x="742950" y="802688"/>
            <a:ext cx="8420100" cy="909637"/>
          </a:xfrm>
        </p:spPr>
        <p:txBody>
          <a:bodyPr/>
          <a:lstStyle/>
          <a:p>
            <a:r>
              <a:rPr lang="en-US" cap="none" dirty="0"/>
              <a:t>Real-world problem</a:t>
            </a:r>
          </a:p>
        </p:txBody>
      </p:sp>
      <p:sp>
        <p:nvSpPr>
          <p:cNvPr id="3" name="Text Placeholder 2">
            <a:extLst>
              <a:ext uri="{FF2B5EF4-FFF2-40B4-BE49-F238E27FC236}">
                <a16:creationId xmlns:a16="http://schemas.microsoft.com/office/drawing/2014/main" id="{69FEBC06-E4D0-1AD9-0752-171E7C6541CD}"/>
              </a:ext>
            </a:extLst>
          </p:cNvPr>
          <p:cNvSpPr>
            <a:spLocks noGrp="1"/>
          </p:cNvSpPr>
          <p:nvPr>
            <p:ph type="body" idx="1"/>
          </p:nvPr>
        </p:nvSpPr>
        <p:spPr>
          <a:xfrm>
            <a:off x="742950" y="1753098"/>
            <a:ext cx="8420100" cy="1675901"/>
          </a:xfrm>
        </p:spPr>
        <p:txBody>
          <a:bodyPr anchor="t"/>
          <a:lstStyle/>
          <a:p>
            <a:r>
              <a:rPr lang="en-US" dirty="0"/>
              <a:t>We are building a bank management system. We need to store users’ accounts and let them deposit their money into their accounts. However, when we call the deposit, aside from adding money, we are required to do other procedures such as logging, notifying, emailing,… These are from other services that we don’t have full control.</a:t>
            </a:r>
          </a:p>
        </p:txBody>
      </p:sp>
      <p:sp>
        <p:nvSpPr>
          <p:cNvPr id="4" name="Footer Placeholder 3">
            <a:extLst>
              <a:ext uri="{FF2B5EF4-FFF2-40B4-BE49-F238E27FC236}">
                <a16:creationId xmlns:a16="http://schemas.microsoft.com/office/drawing/2014/main" id="{6523EC1B-4554-E4E6-070D-B707B2989296}"/>
              </a:ext>
            </a:extLst>
          </p:cNvPr>
          <p:cNvSpPr>
            <a:spLocks noGrp="1"/>
          </p:cNvSpPr>
          <p:nvPr>
            <p:ph type="ftr" sz="quarter" idx="10"/>
          </p:nvPr>
        </p:nvSpPr>
        <p:spPr/>
        <p:txBody>
          <a:bodyPr/>
          <a:lstStyle/>
          <a:p>
            <a:pPr>
              <a:defRPr/>
            </a:pPr>
            <a:r>
              <a:rPr lang="en-GB"/>
              <a:t>Copyright © University of Science, VNUHCM - APCS 2023</a:t>
            </a:r>
          </a:p>
        </p:txBody>
      </p:sp>
    </p:spTree>
    <p:extLst>
      <p:ext uri="{BB962C8B-B14F-4D97-AF65-F5344CB8AC3E}">
        <p14:creationId xmlns:p14="http://schemas.microsoft.com/office/powerpoint/2010/main" val="4017797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46F3F-2FE6-7CCC-6314-0E051F3C80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A9AFAB-954F-F7AC-3234-16DE0220E84C}"/>
              </a:ext>
            </a:extLst>
          </p:cNvPr>
          <p:cNvSpPr>
            <a:spLocks noGrp="1"/>
          </p:cNvSpPr>
          <p:nvPr>
            <p:ph type="title"/>
          </p:nvPr>
        </p:nvSpPr>
        <p:spPr>
          <a:xfrm>
            <a:off x="742950" y="802688"/>
            <a:ext cx="8420100" cy="909637"/>
          </a:xfrm>
        </p:spPr>
        <p:txBody>
          <a:bodyPr/>
          <a:lstStyle/>
          <a:p>
            <a:r>
              <a:rPr lang="en-US" cap="none" dirty="0"/>
              <a:t>Naïve solution</a:t>
            </a:r>
          </a:p>
        </p:txBody>
      </p:sp>
      <p:sp>
        <p:nvSpPr>
          <p:cNvPr id="4" name="Footer Placeholder 3">
            <a:extLst>
              <a:ext uri="{FF2B5EF4-FFF2-40B4-BE49-F238E27FC236}">
                <a16:creationId xmlns:a16="http://schemas.microsoft.com/office/drawing/2014/main" id="{BB856EA7-FF8B-7A79-FC3D-72A2D9E21E86}"/>
              </a:ext>
            </a:extLst>
          </p:cNvPr>
          <p:cNvSpPr>
            <a:spLocks noGrp="1"/>
          </p:cNvSpPr>
          <p:nvPr>
            <p:ph type="ftr" sz="quarter" idx="10"/>
          </p:nvPr>
        </p:nvSpPr>
        <p:spPr/>
        <p:txBody>
          <a:bodyPr/>
          <a:lstStyle/>
          <a:p>
            <a:pPr>
              <a:defRPr/>
            </a:pPr>
            <a:r>
              <a:rPr lang="en-GB"/>
              <a:t>Copyright © University of Science, VNUHCM - APCS 2023</a:t>
            </a:r>
          </a:p>
        </p:txBody>
      </p:sp>
      <p:pic>
        <p:nvPicPr>
          <p:cNvPr id="8" name="Picture 7">
            <a:extLst>
              <a:ext uri="{FF2B5EF4-FFF2-40B4-BE49-F238E27FC236}">
                <a16:creationId xmlns:a16="http://schemas.microsoft.com/office/drawing/2014/main" id="{7D777766-AEEB-AED9-3168-35DC60158E2D}"/>
              </a:ext>
            </a:extLst>
          </p:cNvPr>
          <p:cNvPicPr>
            <a:picLocks noChangeAspect="1"/>
          </p:cNvPicPr>
          <p:nvPr/>
        </p:nvPicPr>
        <p:blipFill>
          <a:blip r:embed="rId2"/>
          <a:stretch>
            <a:fillRect/>
          </a:stretch>
        </p:blipFill>
        <p:spPr>
          <a:xfrm>
            <a:off x="4560552" y="864650"/>
            <a:ext cx="5094725" cy="5277926"/>
          </a:xfrm>
          <a:prstGeom prst="rect">
            <a:avLst/>
          </a:prstGeom>
        </p:spPr>
      </p:pic>
      <p:sp>
        <p:nvSpPr>
          <p:cNvPr id="11" name="Text Placeholder 2">
            <a:extLst>
              <a:ext uri="{FF2B5EF4-FFF2-40B4-BE49-F238E27FC236}">
                <a16:creationId xmlns:a16="http://schemas.microsoft.com/office/drawing/2014/main" id="{B391496A-ACD0-63A3-A058-7872E16D95C0}"/>
              </a:ext>
            </a:extLst>
          </p:cNvPr>
          <p:cNvSpPr>
            <a:spLocks noGrp="1"/>
          </p:cNvSpPr>
          <p:nvPr>
            <p:ph type="body" idx="1"/>
          </p:nvPr>
        </p:nvSpPr>
        <p:spPr>
          <a:xfrm>
            <a:off x="742950" y="1753098"/>
            <a:ext cx="3702712" cy="1675901"/>
          </a:xfrm>
        </p:spPr>
        <p:txBody>
          <a:bodyPr anchor="t"/>
          <a:lstStyle/>
          <a:p>
            <a:r>
              <a:rPr lang="en-US" dirty="0"/>
              <a:t>When </a:t>
            </a:r>
            <a:r>
              <a:rPr lang="en-US" dirty="0" err="1"/>
              <a:t>BankAccount</a:t>
            </a:r>
            <a:r>
              <a:rPr lang="en-US" dirty="0"/>
              <a:t>::deposit is called, it invokes all the required services, which are saved as pointers.</a:t>
            </a:r>
          </a:p>
        </p:txBody>
      </p:sp>
    </p:spTree>
    <p:extLst>
      <p:ext uri="{BB962C8B-B14F-4D97-AF65-F5344CB8AC3E}">
        <p14:creationId xmlns:p14="http://schemas.microsoft.com/office/powerpoint/2010/main" val="2901257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AD5C7-0C64-3277-53CF-DDF78DE92A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1C4ABF-5E91-3E01-ECD7-B3766D21BA06}"/>
              </a:ext>
            </a:extLst>
          </p:cNvPr>
          <p:cNvSpPr>
            <a:spLocks noGrp="1"/>
          </p:cNvSpPr>
          <p:nvPr>
            <p:ph type="title"/>
          </p:nvPr>
        </p:nvSpPr>
        <p:spPr>
          <a:xfrm>
            <a:off x="742950" y="802688"/>
            <a:ext cx="8420100" cy="909637"/>
          </a:xfrm>
        </p:spPr>
        <p:txBody>
          <a:bodyPr/>
          <a:lstStyle/>
          <a:p>
            <a:r>
              <a:rPr lang="en-US" cap="none" dirty="0"/>
              <a:t>Naïve solution - Drawback</a:t>
            </a:r>
          </a:p>
        </p:txBody>
      </p:sp>
      <p:sp>
        <p:nvSpPr>
          <p:cNvPr id="4" name="Footer Placeholder 3">
            <a:extLst>
              <a:ext uri="{FF2B5EF4-FFF2-40B4-BE49-F238E27FC236}">
                <a16:creationId xmlns:a16="http://schemas.microsoft.com/office/drawing/2014/main" id="{B667C5D2-E4D5-3750-FC53-51E4C3EF1D7C}"/>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EEC843E8-4006-A965-3512-E864E0C24662}"/>
              </a:ext>
            </a:extLst>
          </p:cNvPr>
          <p:cNvSpPr>
            <a:spLocks noGrp="1"/>
          </p:cNvSpPr>
          <p:nvPr>
            <p:ph type="body" idx="1"/>
          </p:nvPr>
        </p:nvSpPr>
        <p:spPr>
          <a:xfrm>
            <a:off x="742950" y="1753098"/>
            <a:ext cx="8420100" cy="2455108"/>
          </a:xfrm>
        </p:spPr>
        <p:txBody>
          <a:bodyPr anchor="t"/>
          <a:lstStyle/>
          <a:p>
            <a:r>
              <a:rPr lang="en-US" dirty="0"/>
              <a:t>However, there are some problems with this approach:</a:t>
            </a:r>
          </a:p>
          <a:p>
            <a:pPr marL="342900" indent="-342900">
              <a:buFontTx/>
              <a:buChar char="-"/>
            </a:pPr>
            <a:r>
              <a:rPr lang="en-US" dirty="0"/>
              <a:t>Tight coupling: The </a:t>
            </a:r>
            <a:r>
              <a:rPr lang="en-US" dirty="0" err="1"/>
              <a:t>BankAccount</a:t>
            </a:r>
            <a:r>
              <a:rPr lang="en-US" dirty="0"/>
              <a:t> must know the exact concrete types of services and their specific update methods.</a:t>
            </a:r>
          </a:p>
          <a:p>
            <a:pPr marL="342900" indent="-342900">
              <a:buFontTx/>
              <a:buChar char="-"/>
            </a:pPr>
            <a:r>
              <a:rPr lang="en-US" dirty="0"/>
              <a:t>Violates the Open-Closed Principle (OCP): If we want to change or add a service, we must modify the code in </a:t>
            </a:r>
            <a:r>
              <a:rPr lang="en-US" dirty="0" err="1"/>
              <a:t>BankAccount</a:t>
            </a:r>
            <a:r>
              <a:rPr lang="en-US" dirty="0"/>
              <a:t>.</a:t>
            </a:r>
          </a:p>
          <a:p>
            <a:pPr marL="342900" indent="-342900">
              <a:buFontTx/>
              <a:buChar char="-"/>
            </a:pPr>
            <a:r>
              <a:rPr lang="en-US" dirty="0"/>
              <a:t>Rigid and hard to scale: Changing and modifying either the service or the </a:t>
            </a:r>
            <a:r>
              <a:rPr lang="en-US" dirty="0" err="1"/>
              <a:t>BankAccount</a:t>
            </a:r>
            <a:r>
              <a:rPr lang="en-US" dirty="0"/>
              <a:t> are much more complex.</a:t>
            </a:r>
          </a:p>
        </p:txBody>
      </p:sp>
    </p:spTree>
    <p:extLst>
      <p:ext uri="{BB962C8B-B14F-4D97-AF65-F5344CB8AC3E}">
        <p14:creationId xmlns:p14="http://schemas.microsoft.com/office/powerpoint/2010/main" val="1736922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B0B59-A054-7182-8CB2-C720083D240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920C5DA-ED72-38DB-6354-4983E35E7B72}"/>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B3E1CCEF-30AB-5F9F-31EB-A456B327442E}"/>
              </a:ext>
            </a:extLst>
          </p:cNvPr>
          <p:cNvSpPr>
            <a:spLocks noGrp="1"/>
          </p:cNvSpPr>
          <p:nvPr>
            <p:ph type="body" idx="1"/>
          </p:nvPr>
        </p:nvSpPr>
        <p:spPr>
          <a:xfrm>
            <a:off x="742950" y="1753098"/>
            <a:ext cx="8420100" cy="2051986"/>
          </a:xfrm>
        </p:spPr>
        <p:txBody>
          <a:bodyPr anchor="t"/>
          <a:lstStyle/>
          <a:p>
            <a:r>
              <a:rPr lang="en-US" dirty="0"/>
              <a:t>We notice that the services have similar parameters, but not exactly the same. If we have a general structure, we don’t need to know what each of them need.</a:t>
            </a:r>
          </a:p>
          <a:p>
            <a:r>
              <a:rPr lang="en-US" dirty="0"/>
              <a:t>Another thing is that the </a:t>
            </a:r>
            <a:r>
              <a:rPr lang="en-US" dirty="0" err="1"/>
              <a:t>BankAccount</a:t>
            </a:r>
            <a:r>
              <a:rPr lang="en-US" dirty="0"/>
              <a:t> don’t care what we need to call as they don’t need the result from invoking the services. Therefore, we only need a list of services to call when depositing.</a:t>
            </a:r>
          </a:p>
        </p:txBody>
      </p:sp>
      <p:sp>
        <p:nvSpPr>
          <p:cNvPr id="6" name="Text Placeholder 2">
            <a:extLst>
              <a:ext uri="{FF2B5EF4-FFF2-40B4-BE49-F238E27FC236}">
                <a16:creationId xmlns:a16="http://schemas.microsoft.com/office/drawing/2014/main" id="{AE67A9EA-8FFE-261C-6A53-F63D9DF0A3BB}"/>
              </a:ext>
            </a:extLst>
          </p:cNvPr>
          <p:cNvSpPr txBox="1">
            <a:spLocks/>
          </p:cNvSpPr>
          <p:nvPr/>
        </p:nvSpPr>
        <p:spPr bwMode="auto">
          <a:xfrm>
            <a:off x="742950" y="4031226"/>
            <a:ext cx="84201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pPr>
              <a:lnSpc>
                <a:spcPct val="100000"/>
              </a:lnSpc>
            </a:pPr>
            <a:r>
              <a:rPr lang="en-US" kern="0" dirty="0"/>
              <a:t>=&gt; Observer pattern</a:t>
            </a:r>
          </a:p>
        </p:txBody>
      </p:sp>
    </p:spTree>
    <p:extLst>
      <p:ext uri="{BB962C8B-B14F-4D97-AF65-F5344CB8AC3E}">
        <p14:creationId xmlns:p14="http://schemas.microsoft.com/office/powerpoint/2010/main" val="2853783875"/>
      </p:ext>
    </p:extLst>
  </p:cSld>
  <p:clrMapOvr>
    <a:masterClrMapping/>
  </p:clrMapOvr>
</p:sld>
</file>

<file path=ppt/theme/theme1.xml><?xml version="1.0" encoding="utf-8"?>
<a:theme xmlns:a="http://schemas.openxmlformats.org/drawingml/2006/main" name="JVN2011">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80000"/>
          </a:lnSpc>
          <a:spcBef>
            <a:spcPct val="20000"/>
          </a:spcBef>
          <a:spcAft>
            <a:spcPct val="0"/>
          </a:spcAft>
          <a:buClrTx/>
          <a:buSzTx/>
          <a:buFontTx/>
          <a:buNone/>
          <a:tabLst/>
          <a:defRPr kumimoji="0" lang="en-US" sz="1200" b="0" i="0" u="none" strike="noStrike" cap="none" normalizeH="0" baseline="0">
            <a:ln>
              <a:noFill/>
            </a:ln>
            <a:solidFill>
              <a:schemeClr val="bg1"/>
            </a:solidFill>
            <a:effectLst/>
            <a:latin typeface="Arial" charset="0"/>
            <a:ea typeface="ＭＳ Ｐゴシック" charset="-128"/>
            <a:cs typeface="ＭＳ Ｐゴシック" charset="-128"/>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80000"/>
          </a:lnSpc>
          <a:spcBef>
            <a:spcPct val="20000"/>
          </a:spcBef>
          <a:spcAft>
            <a:spcPct val="0"/>
          </a:spcAft>
          <a:buClrTx/>
          <a:buSzTx/>
          <a:buFontTx/>
          <a:buNone/>
          <a:tabLst/>
          <a:defRPr kumimoji="0" lang="en-US" sz="1200" b="0" i="0" u="none" strike="noStrike" cap="none" normalizeH="0" baseline="0">
            <a:ln>
              <a:noFill/>
            </a:ln>
            <a:solidFill>
              <a:schemeClr val="bg1"/>
            </a:solidFill>
            <a:effectLst/>
            <a:latin typeface="Arial" charset="0"/>
            <a:ea typeface="ＭＳ Ｐゴシック" charset="-128"/>
            <a:cs typeface="ＭＳ Ｐゴシック"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JVN2011.potx</Template>
  <TotalTime>1532</TotalTime>
  <Words>336</Words>
  <Application>Microsoft Office PowerPoint</Application>
  <PresentationFormat>A4 Paper (210x297 mm)</PresentationFormat>
  <Paragraphs>36</Paragraphs>
  <Slides>6</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vt:i4>
      </vt:variant>
    </vt:vector>
  </HeadingPairs>
  <TitlesOfParts>
    <vt:vector size="8" baseType="lpstr">
      <vt:lpstr>Arial</vt:lpstr>
      <vt:lpstr>JVN2011</vt:lpstr>
      <vt:lpstr>CS202 – Observer pattern</vt:lpstr>
      <vt:lpstr>Agenda</vt:lpstr>
      <vt:lpstr>Real-world problem</vt:lpstr>
      <vt:lpstr>Naïve solution</vt:lpstr>
      <vt:lpstr>Naïve solution - Drawback</vt:lpstr>
      <vt:lpstr>PowerPoint Presentation</vt:lpstr>
    </vt:vector>
  </TitlesOfParts>
  <Company>Eurocontrol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Research Method: Techniques, Models and Practices Part V: Introduction to Modeling &amp; Simulation</dc:title>
  <dc:creator>Duong</dc:creator>
  <cp:lastModifiedBy>TRẦN GIA HUY</cp:lastModifiedBy>
  <cp:revision>37</cp:revision>
  <cp:lastPrinted>2014-03-26T02:31:46Z</cp:lastPrinted>
  <dcterms:created xsi:type="dcterms:W3CDTF">2011-07-26T02:02:50Z</dcterms:created>
  <dcterms:modified xsi:type="dcterms:W3CDTF">2026-07-14T15:12:36Z</dcterms:modified>
</cp:coreProperties>
</file>